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Title Slide: QuantumSafe VPN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Motivation &amp; Threat Landscape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Problem Statement &amp; Research Gaps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Project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System Architecture &amp; Network Topology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Experimental Results &amp; Security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